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600" b="1" i="0">
                <a:solidFill>
                  <a:srgbClr val="EDECEA"/>
                </a:solidFill>
                <a:latin typeface="Inter"/>
              </a:rPr>
              <a:t>grill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0116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05A3A"/>
                </a:solidFill>
                <a:latin typeface="Inter"/>
              </a:rPr>
              <a:t>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B9C9E"/>
                </a:solidFill>
                <a:latin typeface="Inter"/>
              </a:rPr>
              <a:t>AI mock interview. Fully local. Completely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Voice Interview  ·  Talking Avatar  ·  Real LeetCode Problems  ·  Six-Axis Scorecard  ·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Preparing for interviews is broken — and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19456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05A3A"/>
                </a:solidFill>
                <a:latin typeface="Inter"/>
              </a:rP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9C9E"/>
                </a:solidFill>
                <a:latin typeface="Inter"/>
              </a:rPr>
              <a:t>applications per entry-level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219456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05A3A"/>
                </a:solidFill>
                <a:latin typeface="Inter"/>
              </a:rPr>
              <a:t>$50/mo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14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9C9E"/>
                </a:solidFill>
                <a:latin typeface="Inter"/>
              </a:rPr>
              <a:t>average cost to prepare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474720" cy="219456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05A3A"/>
                </a:solidFill>
                <a:latin typeface="Inter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9C9E"/>
                </a:solidFill>
                <a:latin typeface="Inter"/>
              </a:rPr>
              <a:t>of candidates feel unprepared for technical interviews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9B9C9E"/>
                </a:solidFill>
                <a:latin typeface="Inter"/>
              </a:rPr>
              <a:t>• LeetCode Premium charges you to see company-specific questions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B9C9E"/>
                </a:solidFill>
                <a:latin typeface="Inter"/>
              </a:rPr>
              <a:t>• Mock interview platforms (Tomodachi Prep, Pramp) cost money or tokens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B9C9E"/>
                </a:solidFill>
                <a:latin typeface="Inter"/>
              </a:rPr>
              <a:t>• No platform gives you a real voice conversation with an AI interviewer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B9C9E"/>
                </a:solidFill>
                <a:latin typeface="Inter"/>
              </a:rPr>
              <a:t>• Feedback is generic — 'good answer' tells you nothing actionable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2157984" cy="438912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30759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9C9E"/>
                </a:solidFill>
                <a:latin typeface="Inter"/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234440"/>
            <a:ext cx="1883664" cy="438912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752" y="130759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ECEA"/>
                </a:solidFill>
                <a:latin typeface="Inter"/>
              </a:rPr>
              <a:t>grillme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1883664" cy="438912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0759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9C9E"/>
                </a:solidFill>
                <a:latin typeface="Inter"/>
              </a:rPr>
              <a:t>Beyz.ai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2157984" cy="438912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30759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9C9E"/>
                </a:solidFill>
                <a:latin typeface="Inter"/>
              </a:rPr>
              <a:t>Tomodachi Prep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234440"/>
            <a:ext cx="1883664" cy="438912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30759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9C9E"/>
                </a:solidFill>
                <a:latin typeface="Inter"/>
              </a:rPr>
              <a:t>Prachub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73352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17282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673352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9464" y="1728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Free / self-host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673352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1728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Paid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673352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7282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Paid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673352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4504" y="1728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Free (DB only)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12264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1671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Voice interview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2112264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9464" y="2167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112264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2167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112264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21671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2112264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2167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551176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2606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Talking avatar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551176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2606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551176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9704" y="2606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551176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9944" y="2606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2551176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4504" y="2606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990088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3044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Real company Qs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2990088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4" y="3044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✓ scraped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2990088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9704" y="3044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2990088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3044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2990088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04504" y="3044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429000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3483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Local inference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3429000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9464" y="34838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✓ Ollama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34840" y="3429000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9704" y="34838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429000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3483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3429000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04504" y="34838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867912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3922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6-axis scorecard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14600" y="3867912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9464" y="3922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4840" y="3867912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9704" y="3922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Hints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3867912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3922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Basic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867912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04504" y="3922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4306824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4" y="43616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Open source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14600" y="4306824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9464" y="4361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DE80"/>
                </a:solidFill>
                <a:latin typeface="Inter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4840" y="4306824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9704" y="4361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4306824"/>
            <a:ext cx="215798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9944" y="43616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49640" y="4306824"/>
            <a:ext cx="1883664" cy="420624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04504" y="4361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  <a:latin typeface="Inter"/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4745736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4800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DECEA"/>
                </a:solidFill>
                <a:latin typeface="Inter"/>
              </a:rPr>
              <a:t>Category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14600" y="4745736"/>
            <a:ext cx="1883664" cy="420624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69464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Practice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34840" y="4745736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89704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Cheat tool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55080" y="4745736"/>
            <a:ext cx="215798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9944" y="4800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Practice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49640" y="4745736"/>
            <a:ext cx="1883664" cy="420624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04504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9C9E"/>
                </a:solidFill>
                <a:latin typeface="Inter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What grillme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Paste a JD. Get grilled. Know exactly where you lost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18288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54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A3A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ECEA"/>
                </a:solidFill>
                <a:latin typeface="Inter"/>
              </a:rPr>
              <a:t>Paste JD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Company, role, and seniority parsed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566160" cy="18288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554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A3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ECEA"/>
                </a:solidFill>
                <a:latin typeface="Inter"/>
              </a:rPr>
              <a:t>Real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Scraped from candidate GitHub repos — frequency-weighted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566160" cy="18288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554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A3A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ECEA"/>
                </a:solidFill>
                <a:latin typeface="Inter"/>
              </a:rPr>
              <a:t>Voice 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Push-to-talk → Whisper STT → LLM → edge-TTS → wav2lip avatar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57600"/>
            <a:ext cx="3566160" cy="18288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1" y="37947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A3A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1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ECEA"/>
                </a:solidFill>
                <a:latin typeface="Inter"/>
              </a:rPr>
              <a:t>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1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6-axis evaluation: same dimensions real interviewers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657600"/>
            <a:ext cx="3566160" cy="18288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37947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A3A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ECEA"/>
                </a:solidFill>
                <a:latin typeface="Inter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Weakness tags persist across sessions — grills you harder next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React 19 · FastAPI · SQLite · 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49039" cy="5212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3A"/>
                </a:solidFill>
                <a:latin typeface="Inter"/>
              </a:rPr>
              <a:t>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3566160" cy="1828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Home.tsx — JD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12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Session.tsx — live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5968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Scorecard.tsx —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9809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364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PTT mic (MediaRecorder)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Monaco editor (Python)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133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Dialogue + avatar PIP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517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Silero VAD (WASM)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234440"/>
            <a:ext cx="3749039" cy="5212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03A"/>
                </a:solidFill>
                <a:latin typeface="Inter"/>
              </a:rPr>
              <a:t>FASTAPI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737360"/>
            <a:ext cx="3566160" cy="1828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803A"/>
                </a:solidFill>
                <a:latin typeface="Inter"/>
              </a:rPr>
              <a:t>POST /sessions/create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212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803A"/>
                </a:solidFill>
                <a:latin typeface="Inter"/>
              </a:rPr>
              <a:t>POST /converse/respond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5968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803A"/>
                </a:solidFill>
                <a:latin typeface="Inter"/>
              </a:rPr>
              <a:t>POST /api/stt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9809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803A"/>
                </a:solidFill>
                <a:latin typeface="Inter"/>
              </a:rPr>
              <a:t>POST /api/voice/speak-text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364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803A"/>
                </a:solidFill>
                <a:latin typeface="Inter"/>
              </a:rPr>
              <a:t>POST /sessions/{id}/finish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133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LLMService (pluggable)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517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SQLite + SQLAlchemy async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1234440"/>
            <a:ext cx="3749039" cy="5212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9C9E"/>
                </a:solidFill>
                <a:latin typeface="Inter"/>
              </a:rPr>
              <a:t>AVATAR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1737360"/>
            <a:ext cx="3566160" cy="18288"/>
          </a:xfrm>
          <a:prstGeom prst="rect">
            <a:avLst/>
          </a:prstGeom>
          <a:solidFill>
            <a:srgbClr val="9B9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Docker sidecar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212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5968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POST /generate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9809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text → edge-tts audio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3364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→ wav2lip-onnx → MP4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133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~30s CPU / ~3s GPU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517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CEA"/>
                </a:solidFill>
                <a:latin typeface="Inter"/>
              </a:rPr>
              <a:t>pre-renders clips at boot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Multi-Agent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Orchestrator sequences 5 specialised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2011680" cy="9144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01168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3A"/>
                </a:solidFill>
                <a:latin typeface="Inter"/>
              </a:rPr>
              <a:t>ParseAgent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Extracts company, role,
seniority from JD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011680"/>
            <a:ext cx="2011680" cy="9144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2011680"/>
            <a:ext cx="201168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3A"/>
                </a:solidFill>
                <a:latin typeface="Inter"/>
              </a:rPr>
              <a:t>ProblemAgent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Picks real LeetCode Q
from GitHub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11680"/>
            <a:ext cx="2011680" cy="9144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011680"/>
            <a:ext cx="201168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3A"/>
                </a:solidFill>
                <a:latin typeface="Inter"/>
              </a:rPr>
              <a:t>PersonaAgent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Builds interviewer
character +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011680"/>
            <a:ext cx="2011680" cy="9144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95160" y="2011680"/>
            <a:ext cx="2011680" cy="6400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03A"/>
                </a:solidFill>
                <a:latin typeface="Inter"/>
              </a:rPr>
              <a:t>ScorerAgent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6-axis evaluation
after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A3A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011680"/>
            <a:ext cx="2011680" cy="9144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2011680"/>
            <a:ext cx="2011680" cy="6400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03A"/>
                </a:solidFill>
                <a:latin typeface="Inter"/>
              </a:rPr>
              <a:t>MemoryAgent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Tags weaknesses,
persists across sessions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188720"/>
            <a:ext cx="5669280" cy="502920"/>
          </a:xfrm>
          <a:prstGeom prst="rect">
            <a:avLst/>
          </a:prstGeom>
          <a:solidFill>
            <a:srgbClr val="28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9C9E"/>
                </a:solidFill>
                <a:latin typeface="Inter"/>
              </a:rPr>
              <a:t>Orchestrator — sequences agents, passes typed Pydantic schemas between them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9184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B9C9E"/>
                </a:solidFill>
                <a:latin typeface="Inter"/>
              </a:rPr>
              <a:t>• Agents never call LLM providers directly — always through LLMService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9C9E"/>
                </a:solidFill>
                <a:latin typeface="Inter"/>
              </a:rPr>
              <a:t>• Agents don't call each other — Orchestrator wires them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9C9E"/>
                </a:solidFill>
                <a:latin typeface="Inter"/>
              </a:rPr>
              <a:t>• Every structured output has a deterministic fallback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9C9E"/>
                </a:solidFill>
                <a:latin typeface="Inter"/>
              </a:rPr>
              <a:t>• All I/O typed via Pydantic — no raw dicts crossing boundaries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Voice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PTT → Whisper → LLM → TTS → wav2lip — fully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1737360" cy="73152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Push-to-talk
MediaRecorder
WebM/Opus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310896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9C9E"/>
                </a:solidFill>
                <a:latin typeface="Inte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2848" y="1920240"/>
            <a:ext cx="1737360" cy="73152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8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803A"/>
                </a:solidFill>
                <a:latin typeface="Inter"/>
              </a:rPr>
              <a:t>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faster-whisper
base.en · int8
~200ms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310896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9C9E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51376" y="1920240"/>
            <a:ext cx="1737360" cy="73152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LLMService
Groq / Gemini
Ollama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310896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9C9E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1920240"/>
            <a:ext cx="1737360" cy="73152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803A"/>
                </a:solidFill>
                <a:latin typeface="Inter"/>
              </a:rPr>
              <a:t>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edge-tts
GuyNeural
~1-2s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10896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9C9E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2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2" y="1920240"/>
            <a:ext cx="1737360" cy="73152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WAV2LIP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ONNX model
MP4 output
30-60s CPU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10896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9C9E"/>
                </a:solidFill>
                <a:latin typeface="Inter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920240"/>
            <a:ext cx="1737360" cy="29260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1920240"/>
            <a:ext cx="1737360" cy="73152"/>
          </a:xfrm>
          <a:prstGeom prst="rect">
            <a:avLst/>
          </a:prstGeom>
          <a:solidFill>
            <a:srgbClr val="9B9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9C9E"/>
                </a:solidFill>
                <a:latin typeface="Inter"/>
              </a:rPr>
              <a:t>AVATAR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032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Muted if TTS
already played
visual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11338560" cy="137160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3A"/>
                </a:solidFill>
                <a:latin typeface="Inter"/>
              </a:rPr>
              <a:t>Key insight: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166360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9C9E"/>
                </a:solidFill>
                <a:latin typeface="Inter"/>
              </a:rPr>
              <a:t>TTS plays in ~2s (audio always in sync with chat). Wav2lip video renders in 30-60s on CPU and shows muted — lip sync visible as visual confirmation. Pre-rendered 'thinking' filler clips ("Mm.", "Right.", "I see.") play immediately on PTT release to bridge the latency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Six-Axis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9C9E"/>
                </a:solidFill>
                <a:latin typeface="Inter"/>
              </a:rPr>
              <a:t>Actionable feedback across every dimension real interviewers evaluate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Technical
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Is the algorithm correct?
Does it handle edge cases?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91840"/>
            <a:ext cx="2286000" cy="1828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566160" cy="6400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803A"/>
                </a:solidFill>
                <a:latin typeface="Inter"/>
              </a:rPr>
              <a:t>Process of
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Did they think aloud?
Structured approach?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29184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291840"/>
            <a:ext cx="2286000" cy="182880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Curiosity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40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Did they ask clarifying questions?
Edge cases, constraints?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29184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291840"/>
            <a:ext cx="2286000" cy="1828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3566160" cy="6400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77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803A"/>
                </a:solidFill>
                <a:latin typeface="Inter"/>
              </a:rPr>
              <a:t>Self
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091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Confident? Clear?
Do they talk about themselves well?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6072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760720"/>
            <a:ext cx="2286000" cy="182880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84048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840480"/>
            <a:ext cx="3566160" cy="64008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977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A3A"/>
                </a:solidFill>
                <a:latin typeface="Inter"/>
              </a:rPr>
              <a:t>Closing
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091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Did they ask the interviewer
meaningful questions?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76072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5760720"/>
            <a:ext cx="2286000" cy="1828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840480"/>
            <a:ext cx="3566160" cy="228600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840480"/>
            <a:ext cx="3566160" cy="64008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977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803A"/>
                </a:solidFill>
                <a:latin typeface="Inter"/>
              </a:rPr>
              <a:t>Code
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7091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9C9E"/>
                </a:solidFill>
                <a:latin typeface="Inter"/>
              </a:rPr>
              <a:t>Clean variable names?
Readable, idiomatic code?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5760720"/>
            <a:ext cx="3291840" cy="182880"/>
          </a:xfrm>
          <a:prstGeom prst="rect">
            <a:avLst/>
          </a:prstGeom>
          <a:solidFill>
            <a:srgbClr val="20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5760720"/>
            <a:ext cx="2286000" cy="182880"/>
          </a:xfrm>
          <a:prstGeom prst="rect">
            <a:avLst/>
          </a:prstGeom>
          <a:solidFill>
            <a:srgbClr val="C4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DECEA"/>
                </a:solidFill>
                <a:latin typeface="Inter"/>
              </a:rPr>
              <a:t>Key Engineering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LLM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BaseProvider ABC → OpenAICompatProvider + GeminiProvider + ProviderFactory.
Swap Groq ↔ Gemini ↔ Ollama via one env var. Zero code change in routes.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Problem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4708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GitHub-scraped question banks (swolecoder, KushalVijay repos), frequency-weighted.
LLM 'guesses' are stale and unreliable — real candidate data is ground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No Alembic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Runtime PRAGMA table_info checks + ALTER TABLE ADD COLUMN in _run_migrations().
Single-dev SQLite project — Alembic adds complexity with no benefit.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6324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729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Video/Audio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TTS is primary audio (plays in ~2s). Wav2lip video renders async — muted if TTS finished.
Pre-rendered 'thinking' clips bridge the latency gap immediately on PTT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JSON Sanitization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3036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State machine in _strip_json_fences() escapes bare newlines only inside JSON strings.
Regex approach destroyed Python code indentation in starter_code field.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54880"/>
            <a:ext cx="5577840" cy="1554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4864" cy="1554480"/>
          </a:xfrm>
          <a:prstGeom prst="rect">
            <a:avLst/>
          </a:prstGeom>
          <a:solidFill>
            <a:srgbClr val="E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64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ECEA"/>
                </a:solidFill>
                <a:latin typeface="Inter"/>
              </a:rPr>
              <a:t>6-Axis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3036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9C9E"/>
                </a:solidFill>
                <a:latin typeface="Inter"/>
              </a:rPr>
              <a:t>curiosity axis penalizes candidates who don't ask clarifying questions.
Interviewer never prompts — silence is the signal, just like real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EDECEA"/>
                </a:solidFill>
                <a:latin typeface="Inter"/>
              </a:rPr>
              <a:t>Prep like it's free.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E05A3A"/>
                </a:solidFill>
                <a:latin typeface="Inter"/>
              </a:rPr>
              <a:t>Because it should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B9C9E"/>
                </a:solidFill>
                <a:latin typeface="Inter"/>
              </a:rPr>
              <a:t>github.com/salawhaaat/grillme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FastAPI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React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wav2lip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5816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5816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faster-whisper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2864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edge-tts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39912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4846320"/>
            <a:ext cx="1417320" cy="411480"/>
          </a:xfrm>
          <a:prstGeom prst="rect">
            <a:avLst/>
          </a:prstGeom>
          <a:solidFill>
            <a:srgbClr val="1A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48737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A3A"/>
                </a:solidFill>
                <a:latin typeface="Inter"/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B9C9E"/>
                </a:solidFill>
                <a:latin typeface="Inter"/>
              </a:rPr>
              <a:t>Paste a JD  →  Real LeetCode problem  →  Voice interview  →  6-axis scorecard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